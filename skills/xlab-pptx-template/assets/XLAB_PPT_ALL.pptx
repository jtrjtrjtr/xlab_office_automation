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6" r:id="rId2"/>
  </p:sldMasterIdLst>
  <p:notesMasterIdLst>
    <p:notesMasterId r:id="rId3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8369C7-344B-084C-A5DB-8B627E5C9747}" v="282" dt="2026-02-16T00:55:43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3"/>
    <p:restoredTop sz="94648"/>
  </p:normalViewPr>
  <p:slideViewPr>
    <p:cSldViewPr snapToGrid="0">
      <p:cViewPr varScale="1">
        <p:scale>
          <a:sx n="117" d="100"/>
          <a:sy n="117" d="100"/>
        </p:scale>
        <p:origin x="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74DDB-D089-8942-8189-37AE4FB88DF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A801F-F2A1-4A41-B2C1-74681E323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69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emf"/><Relationship Id="rId3" Type="http://schemas.openxmlformats.org/officeDocument/2006/relationships/hyperlink" Target="https://www.youtube.com/user/xlabvideo" TargetMode="External"/><Relationship Id="rId7" Type="http://schemas.openxmlformats.org/officeDocument/2006/relationships/hyperlink" Target="https://www.instagram.com/xlabrealtime/" TargetMode="External"/><Relationship Id="rId12" Type="http://schemas.openxmlformats.org/officeDocument/2006/relationships/hyperlink" Target="mailto:xlab@xlab.cz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8.emf"/><Relationship Id="rId5" Type="http://schemas.openxmlformats.org/officeDocument/2006/relationships/hyperlink" Target="https://www.facebook.com/xlabRealtime/?epa=SEARCH_BOX" TargetMode="External"/><Relationship Id="rId15" Type="http://schemas.openxmlformats.org/officeDocument/2006/relationships/image" Target="../media/image11.png"/><Relationship Id="rId10" Type="http://schemas.openxmlformats.org/officeDocument/2006/relationships/hyperlink" Target="http://xlab.cz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://www.xlab.cz/" TargetMode="External"/><Relationship Id="rId14" Type="http://schemas.openxmlformats.org/officeDocument/2006/relationships/image" Target="../media/image10.emf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emf"/><Relationship Id="rId3" Type="http://schemas.openxmlformats.org/officeDocument/2006/relationships/hyperlink" Target="https://www.youtube.com/user/xlabvideo" TargetMode="External"/><Relationship Id="rId7" Type="http://schemas.openxmlformats.org/officeDocument/2006/relationships/hyperlink" Target="https://www.instagram.com/xlabrealtime/" TargetMode="External"/><Relationship Id="rId12" Type="http://schemas.openxmlformats.org/officeDocument/2006/relationships/hyperlink" Target="mailto:xlab@xlab.cz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11" Type="http://schemas.openxmlformats.org/officeDocument/2006/relationships/image" Target="../media/image8.emf"/><Relationship Id="rId5" Type="http://schemas.openxmlformats.org/officeDocument/2006/relationships/hyperlink" Target="https://www.facebook.com/xlabRealtime/?epa=SEARCH_BOX" TargetMode="External"/><Relationship Id="rId15" Type="http://schemas.openxmlformats.org/officeDocument/2006/relationships/image" Target="../media/image11.png"/><Relationship Id="rId10" Type="http://schemas.openxmlformats.org/officeDocument/2006/relationships/hyperlink" Target="http://xlab.cz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://www.xlab.cz/" TargetMode="External"/><Relationship Id="rId14" Type="http://schemas.openxmlformats.org/officeDocument/2006/relationships/image" Target="../media/image1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 + X 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light shining on a black background&#10;&#10;Description automatically generated">
            <a:extLst>
              <a:ext uri="{FF2B5EF4-FFF2-40B4-BE49-F238E27FC236}">
                <a16:creationId xmlns:a16="http://schemas.microsoft.com/office/drawing/2014/main" id="{1334DD84-6F24-72D9-F483-E184BDD477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30751" y="0"/>
            <a:ext cx="776124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FC32F6-4DF0-9A35-F8A3-2E16392D9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330" y="843649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C44F7-E7E9-7E56-8BD5-C646DC385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211" y="3429000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tx1">
                    <a:lumMod val="85000"/>
                  </a:schemeClr>
                </a:solidFill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AA50BE-2F69-B5D0-D81B-5C14173EC829}"/>
              </a:ext>
            </a:extLst>
          </p:cNvPr>
          <p:cNvCxnSpPr>
            <a:cxnSpLocks/>
          </p:cNvCxnSpPr>
          <p:nvPr userDrawn="1"/>
        </p:nvCxnSpPr>
        <p:spPr>
          <a:xfrm>
            <a:off x="977900" y="3327400"/>
            <a:ext cx="71120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375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3C7BE235-874B-3C7A-4601-CC4958C0CB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1318095" y="6319763"/>
            <a:ext cx="492905" cy="30806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5D395-07A8-4696-AA56-B30365B14AA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619985"/>
            <a:ext cx="11404600" cy="4549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5CCF21-35D5-DDAB-62D4-C64978415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114046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bg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</p:spTree>
    <p:extLst>
      <p:ext uri="{BB962C8B-B14F-4D97-AF65-F5344CB8AC3E}">
        <p14:creationId xmlns:p14="http://schemas.microsoft.com/office/powerpoint/2010/main" val="150066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IM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114046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bg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pic>
        <p:nvPicPr>
          <p:cNvPr id="8" name="Picture 7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3C7BE235-874B-3C7A-4601-CC4958C0CB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1318095" y="6319763"/>
            <a:ext cx="492905" cy="30806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3790A-8764-E2B4-6CC9-AE82FD7BFD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632685"/>
            <a:ext cx="6921500" cy="4549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Slide Number Placeholder 17">
            <a:extLst>
              <a:ext uri="{FF2B5EF4-FFF2-40B4-BE49-F238E27FC236}">
                <a16:creationId xmlns:a16="http://schemas.microsoft.com/office/drawing/2014/main" id="{8B1C747B-5F66-1417-E6B6-8A898C0E6B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6947" y="6430023"/>
            <a:ext cx="492905" cy="252516"/>
          </a:xfrm>
          <a:prstGeom prst="rect">
            <a:avLst/>
          </a:prstGeom>
        </p:spPr>
        <p:txBody>
          <a:bodyPr/>
          <a:lstStyle>
            <a:lvl1pPr>
              <a:defRPr lang="en-US" sz="110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88DC86B-3231-7F46-A6D3-EBD2889C12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C36D9E6-34B9-B894-38F5-55108CCAF1D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505700" y="1632681"/>
            <a:ext cx="4305300" cy="4549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75297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4x IM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114046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bg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pic>
        <p:nvPicPr>
          <p:cNvPr id="8" name="Picture 7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3C7BE235-874B-3C7A-4601-CC4958C0CB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1318095" y="6319763"/>
            <a:ext cx="492905" cy="30806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3790A-8764-E2B4-6CC9-AE82FD7BFD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619985"/>
            <a:ext cx="5194300" cy="4549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Slide Number Placeholder 17">
            <a:extLst>
              <a:ext uri="{FF2B5EF4-FFF2-40B4-BE49-F238E27FC236}">
                <a16:creationId xmlns:a16="http://schemas.microsoft.com/office/drawing/2014/main" id="{8B1C747B-5F66-1417-E6B6-8A898C0E6B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6947" y="6430023"/>
            <a:ext cx="492905" cy="252516"/>
          </a:xfrm>
          <a:prstGeom prst="rect">
            <a:avLst/>
          </a:prstGeom>
        </p:spPr>
        <p:txBody>
          <a:bodyPr/>
          <a:lstStyle>
            <a:lvl1pPr>
              <a:defRPr lang="en-US" sz="110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88DC86B-3231-7F46-A6D3-EBD2889C12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2AD85CAC-8D50-6040-CF53-FF4C6BE3C4B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759450" y="3924300"/>
            <a:ext cx="3028950" cy="225940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F78FF2F0-059F-6665-8C58-867B3EB923D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851900" y="3924299"/>
            <a:ext cx="2959100" cy="22594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28">
            <a:extLst>
              <a:ext uri="{FF2B5EF4-FFF2-40B4-BE49-F238E27FC236}">
                <a16:creationId xmlns:a16="http://schemas.microsoft.com/office/drawing/2014/main" id="{9A2F51B8-4F86-9167-D856-99174012289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59450" y="1596864"/>
            <a:ext cx="3028950" cy="225940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28">
            <a:extLst>
              <a:ext uri="{FF2B5EF4-FFF2-40B4-BE49-F238E27FC236}">
                <a16:creationId xmlns:a16="http://schemas.microsoft.com/office/drawing/2014/main" id="{51A00931-5832-D16D-3D74-394C6B5013E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851900" y="1596863"/>
            <a:ext cx="2959100" cy="22594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3016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4x IMG+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54229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bg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3790A-8764-E2B4-6CC9-AE82FD7BFD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632685"/>
            <a:ext cx="5422900" cy="4549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40AB74-F08E-B7AD-D1B3-33A0233E08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19800" y="88903"/>
            <a:ext cx="2959100" cy="342899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E411A48-48AB-F395-B3AD-4087943AC0D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32500" y="3486351"/>
            <a:ext cx="2959100" cy="32700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4A0EE97E-ABC2-9728-AE68-6C47C1D169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55100" y="88903"/>
            <a:ext cx="2959100" cy="342899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DB507151-A557-4143-600D-02D0D577CBD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67800" y="3486351"/>
            <a:ext cx="2959100" cy="32700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3513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2x IM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54229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bg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3790A-8764-E2B4-6CC9-AE82FD7BFD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479571"/>
            <a:ext cx="5651500" cy="17590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40AB74-F08E-B7AD-D1B3-33A0233E08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6400" y="3325959"/>
            <a:ext cx="5651500" cy="31948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A9187F36-65AE-5FE9-B0D3-D35212C19AC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6650" y="3325959"/>
            <a:ext cx="5651500" cy="31948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AC5959-7E6E-697B-9614-10663162B0F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216650" y="1479571"/>
            <a:ext cx="5651500" cy="17590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4776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IMG horizont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54229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bg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40AB74-F08E-B7AD-D1B3-33A0233E08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6400" y="2762289"/>
            <a:ext cx="11480800" cy="37584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4699D-CFC8-E235-C9C1-8E06EF43F57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479571"/>
            <a:ext cx="11480800" cy="11493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1093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G horizont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54229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bg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40AB74-F08E-B7AD-D1B3-33A0233E08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6400" y="1433503"/>
            <a:ext cx="11480800" cy="508725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3122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40AB74-F08E-B7AD-D1B3-33A0233E08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91723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IMG 4 ma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AD49E97F-4227-9B41-1557-F9E39CAEE0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1318095" y="6319763"/>
            <a:ext cx="492905" cy="308066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4E5B9A-2C02-476E-5495-00F98DC9423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0"/>
            <a:ext cx="60706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17">
            <a:extLst>
              <a:ext uri="{FF2B5EF4-FFF2-40B4-BE49-F238E27FC236}">
                <a16:creationId xmlns:a16="http://schemas.microsoft.com/office/drawing/2014/main" id="{8B1C747B-5F66-1417-E6B6-8A898C0E6B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6947" y="6430023"/>
            <a:ext cx="492905" cy="252516"/>
          </a:xfrm>
          <a:prstGeom prst="rect">
            <a:avLst/>
          </a:prstGeom>
        </p:spPr>
        <p:txBody>
          <a:bodyPr/>
          <a:lstStyle>
            <a:lvl1pPr>
              <a:defRPr lang="en-US" sz="110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88DC86B-3231-7F46-A6D3-EBD2889C12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D475FF-39A4-8E92-771F-F3E0D92E5853}"/>
              </a:ext>
            </a:extLst>
          </p:cNvPr>
          <p:cNvSpPr/>
          <p:nvPr userDrawn="1"/>
        </p:nvSpPr>
        <p:spPr>
          <a:xfrm>
            <a:off x="5435600" y="0"/>
            <a:ext cx="6756400" cy="68580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25000">
                <a:schemeClr val="tx1">
                  <a:alpha val="76000"/>
                </a:schemeClr>
              </a:gs>
              <a:gs pos="42000">
                <a:schemeClr val="tx1">
                  <a:alpha val="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68834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bg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3790A-8764-E2B4-6CC9-AE82FD7BFD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632685"/>
            <a:ext cx="6883400" cy="4549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331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Mas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AD49E97F-4227-9B41-1557-F9E39CAEE0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1318095" y="6319763"/>
            <a:ext cx="492905" cy="3080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D475FF-39A4-8E92-771F-F3E0D92E5853}"/>
              </a:ext>
            </a:extLst>
          </p:cNvPr>
          <p:cNvSpPr/>
          <p:nvPr userDrawn="1"/>
        </p:nvSpPr>
        <p:spPr>
          <a:xfrm>
            <a:off x="5941024" y="0"/>
            <a:ext cx="6250976" cy="68580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25000">
                <a:schemeClr val="tx1">
                  <a:alpha val="76000"/>
                </a:schemeClr>
              </a:gs>
              <a:gs pos="42000">
                <a:schemeClr val="tx1">
                  <a:alpha val="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86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action + Ray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a few triangles&#10;&#10;Description automatically generated with medium confidence">
            <a:extLst>
              <a:ext uri="{FF2B5EF4-FFF2-40B4-BE49-F238E27FC236}">
                <a16:creationId xmlns:a16="http://schemas.microsoft.com/office/drawing/2014/main" id="{640277F0-7599-13F9-F870-2E8E4452FF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69614" y="0"/>
            <a:ext cx="7122386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094BA2D-4E7D-03A1-AFB0-E00B561D7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130" y="1650999"/>
            <a:ext cx="5561570" cy="8690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cap="none" baseline="0">
                <a:solidFill>
                  <a:schemeClr val="tx1"/>
                </a:solidFill>
                <a:latin typeface="Helvetica Light" panose="020B04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C06D60-AC57-BF23-E065-7F8429A80653}"/>
              </a:ext>
            </a:extLst>
          </p:cNvPr>
          <p:cNvCxnSpPr>
            <a:cxnSpLocks/>
          </p:cNvCxnSpPr>
          <p:nvPr userDrawn="1"/>
        </p:nvCxnSpPr>
        <p:spPr>
          <a:xfrm>
            <a:off x="1309130" y="2634349"/>
            <a:ext cx="152297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049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action No 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094BA2D-4E7D-03A1-AFB0-E00B561D7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130" y="1650999"/>
            <a:ext cx="5561570" cy="8690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cap="none" baseline="0">
                <a:solidFill>
                  <a:schemeClr val="tx1"/>
                </a:solidFill>
                <a:latin typeface="Helvetica Light" panose="020B04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C06D60-AC57-BF23-E065-7F8429A80653}"/>
              </a:ext>
            </a:extLst>
          </p:cNvPr>
          <p:cNvCxnSpPr>
            <a:cxnSpLocks/>
          </p:cNvCxnSpPr>
          <p:nvPr userDrawn="1"/>
        </p:nvCxnSpPr>
        <p:spPr>
          <a:xfrm>
            <a:off x="1309130" y="2634349"/>
            <a:ext cx="152297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602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 + No 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32F6-4DF0-9A35-F8A3-2E16392D9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330" y="843649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C44F7-E7E9-7E56-8BD5-C646DC385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211" y="3429000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tx1">
                    <a:lumMod val="85000"/>
                  </a:schemeClr>
                </a:solidFill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AA50BE-2F69-B5D0-D81B-5C14173EC829}"/>
              </a:ext>
            </a:extLst>
          </p:cNvPr>
          <p:cNvCxnSpPr>
            <a:cxnSpLocks/>
          </p:cNvCxnSpPr>
          <p:nvPr userDrawn="1"/>
        </p:nvCxnSpPr>
        <p:spPr>
          <a:xfrm>
            <a:off x="977900" y="3327400"/>
            <a:ext cx="71120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570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e By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ack and grey triangle with a black background&#10;&#10;Description automatically generated">
            <a:extLst>
              <a:ext uri="{FF2B5EF4-FFF2-40B4-BE49-F238E27FC236}">
                <a16:creationId xmlns:a16="http://schemas.microsoft.com/office/drawing/2014/main" id="{C4E055E1-E22A-2D31-6AFB-2A3451EB7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0210" y="0"/>
            <a:ext cx="4560780" cy="6858000"/>
          </a:xfrm>
          <a:prstGeom prst="rect">
            <a:avLst/>
          </a:prstGeom>
        </p:spPr>
      </p:pic>
      <p:sp>
        <p:nvSpPr>
          <p:cNvPr id="37" name="TextBox 4">
            <a:extLst>
              <a:ext uri="{FF2B5EF4-FFF2-40B4-BE49-F238E27FC236}">
                <a16:creationId xmlns:a16="http://schemas.microsoft.com/office/drawing/2014/main" id="{AD25083E-D106-0713-491E-8255083AF107}"/>
              </a:ext>
            </a:extLst>
          </p:cNvPr>
          <p:cNvSpPr txBox="1"/>
          <p:nvPr userDrawn="1"/>
        </p:nvSpPr>
        <p:spPr>
          <a:xfrm>
            <a:off x="1598270" y="4585771"/>
            <a:ext cx="2025463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defTabSz="825500">
              <a:lnSpc>
                <a:spcPct val="120000"/>
              </a:lnSpc>
              <a:defRPr sz="1000" cap="all" spc="159">
                <a:solidFill>
                  <a:srgbClr val="919191"/>
                </a:solidFill>
                <a:latin typeface="GT America Regular"/>
                <a:ea typeface="GT America Regular"/>
                <a:cs typeface="GT America Regular"/>
                <a:sym typeface="GT America Regular"/>
              </a:defRPr>
            </a:lvl1pPr>
          </a:lstStyle>
          <a:p>
            <a:r>
              <a:rPr dirty="0"/>
              <a:t>Get in touch</a:t>
            </a:r>
          </a:p>
        </p:txBody>
      </p:sp>
      <p:sp>
        <p:nvSpPr>
          <p:cNvPr id="38" name="TextBox 4">
            <a:extLst>
              <a:ext uri="{FF2B5EF4-FFF2-40B4-BE49-F238E27FC236}">
                <a16:creationId xmlns:a16="http://schemas.microsoft.com/office/drawing/2014/main" id="{A348C619-0089-389F-429D-67C4A54392DE}"/>
              </a:ext>
            </a:extLst>
          </p:cNvPr>
          <p:cNvSpPr txBox="1"/>
          <p:nvPr userDrawn="1"/>
        </p:nvSpPr>
        <p:spPr>
          <a:xfrm>
            <a:off x="4980562" y="4585771"/>
            <a:ext cx="1169624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defTabSz="825500">
              <a:lnSpc>
                <a:spcPct val="120000"/>
              </a:lnSpc>
              <a:defRPr sz="1000" cap="all" spc="159">
                <a:solidFill>
                  <a:srgbClr val="919191"/>
                </a:solidFill>
                <a:latin typeface="GT America Regular"/>
                <a:ea typeface="GT America Regular"/>
                <a:cs typeface="GT America Regular"/>
                <a:sym typeface="GT America Regular"/>
              </a:defRPr>
            </a:lvl1pPr>
          </a:lstStyle>
          <a:p>
            <a:r>
              <a:rPr dirty="0"/>
              <a:t>Follow us</a:t>
            </a:r>
          </a:p>
        </p:txBody>
      </p:sp>
      <p:pic>
        <p:nvPicPr>
          <p:cNvPr id="39" name="Obrázek" descr="Obrázek">
            <a:hlinkClick r:id="rId3"/>
            <a:extLst>
              <a:ext uri="{FF2B5EF4-FFF2-40B4-BE49-F238E27FC236}">
                <a16:creationId xmlns:a16="http://schemas.microsoft.com/office/drawing/2014/main" id="{EA79E1DD-95CB-23C4-7318-AF15969787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35866" y="5849567"/>
            <a:ext cx="237826" cy="17440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fb.png" descr="fb.png">
            <a:hlinkClick r:id="rId5"/>
            <a:extLst>
              <a:ext uri="{FF2B5EF4-FFF2-40B4-BE49-F238E27FC236}">
                <a16:creationId xmlns:a16="http://schemas.microsoft.com/office/drawing/2014/main" id="{54E183E7-8A7A-1419-16FA-4DF4FB15885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65089" y="5113945"/>
            <a:ext cx="178203" cy="17882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lyph-icons2.png" descr="glyph-icons2.png">
            <a:hlinkClick r:id="rId7"/>
            <a:extLst>
              <a:ext uri="{FF2B5EF4-FFF2-40B4-BE49-F238E27FC236}">
                <a16:creationId xmlns:a16="http://schemas.microsoft.com/office/drawing/2014/main" id="{742EA840-D265-68E9-0445-74EAE240C4C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044854" y="5462588"/>
            <a:ext cx="218674" cy="21867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D644B1B-6321-EBA1-1B21-B5EAD1C2EEAD}"/>
              </a:ext>
            </a:extLst>
          </p:cNvPr>
          <p:cNvGrpSpPr/>
          <p:nvPr userDrawn="1"/>
        </p:nvGrpSpPr>
        <p:grpSpPr>
          <a:xfrm>
            <a:off x="7784414" y="4585771"/>
            <a:ext cx="3459011" cy="1438202"/>
            <a:chOff x="6860647" y="4585771"/>
            <a:chExt cx="3459011" cy="143820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AC581AF-280F-760F-B831-09CB76657454}"/>
                </a:ext>
              </a:extLst>
            </p:cNvPr>
            <p:cNvGrpSpPr/>
            <p:nvPr/>
          </p:nvGrpSpPr>
          <p:grpSpPr>
            <a:xfrm>
              <a:off x="6882603" y="4897656"/>
              <a:ext cx="2562202" cy="1126317"/>
              <a:chOff x="2013318" y="4897656"/>
              <a:chExt cx="2562202" cy="1126317"/>
            </a:xfrm>
          </p:grpSpPr>
          <p:sp>
            <p:nvSpPr>
              <p:cNvPr id="45" name="TextBox 4">
                <a:extLst>
                  <a:ext uri="{FF2B5EF4-FFF2-40B4-BE49-F238E27FC236}">
                    <a16:creationId xmlns:a16="http://schemas.microsoft.com/office/drawing/2014/main" id="{BDA20A23-019A-785F-42D3-7D008F142970}"/>
                  </a:ext>
                </a:extLst>
              </p:cNvPr>
              <p:cNvSpPr txBox="1"/>
              <p:nvPr/>
            </p:nvSpPr>
            <p:spPr>
              <a:xfrm>
                <a:off x="2013318" y="4897656"/>
                <a:ext cx="2562202" cy="5232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8" tIns="45718" rIns="45718" bIns="45718">
                <a:spAutoFit/>
              </a:bodyPr>
              <a:lstStyle>
                <a:lvl1pPr>
                  <a:lnSpc>
                    <a:spcPct val="140000"/>
                  </a:lnSpc>
                  <a:defRPr sz="2800">
                    <a:solidFill>
                      <a:srgbClr val="FFFFFF"/>
                    </a:solidFill>
                    <a:latin typeface="GT America Regular"/>
                    <a:ea typeface="GT America Regular"/>
                    <a:cs typeface="GT America Regular"/>
                    <a:sym typeface="GT America Regular"/>
                  </a:defRPr>
                </a:lvl1pPr>
              </a:lstStyle>
              <a:p>
                <a:r>
                  <a:rPr dirty="0"/>
                  <a:t>Prague</a:t>
                </a:r>
              </a:p>
            </p:txBody>
          </p:sp>
          <p:sp>
            <p:nvSpPr>
              <p:cNvPr id="46" name="TextBox 4">
                <a:extLst>
                  <a:ext uri="{FF2B5EF4-FFF2-40B4-BE49-F238E27FC236}">
                    <a16:creationId xmlns:a16="http://schemas.microsoft.com/office/drawing/2014/main" id="{374D4CC8-7A03-8AAA-7889-53689B91FE9A}"/>
                  </a:ext>
                </a:extLst>
              </p:cNvPr>
              <p:cNvSpPr txBox="1"/>
              <p:nvPr/>
            </p:nvSpPr>
            <p:spPr>
              <a:xfrm>
                <a:off x="2040088" y="5597254"/>
                <a:ext cx="2508661" cy="42671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8" tIns="45718" rIns="45718" bIns="45718">
                <a:spAutoFit/>
              </a:bodyPr>
              <a:lstStyle/>
              <a:p>
                <a:pPr defTabSz="825500">
                  <a:lnSpc>
                    <a:spcPct val="120000"/>
                  </a:lnSpc>
                  <a:defRPr sz="1000" cap="all" spc="159">
                    <a:solidFill>
                      <a:srgbClr val="919191"/>
                    </a:solidFill>
                    <a:latin typeface="GT America Regular"/>
                    <a:ea typeface="GT America Regular"/>
                    <a:cs typeface="GT America Regular"/>
                    <a:sym typeface="GT America Regular"/>
                  </a:defRPr>
                </a:pPr>
                <a:r>
                  <a:rPr dirty="0"/>
                  <a:t>Výstavište 67,</a:t>
                </a:r>
              </a:p>
              <a:p>
                <a:pPr defTabSz="825500">
                  <a:lnSpc>
                    <a:spcPct val="120000"/>
                  </a:lnSpc>
                  <a:defRPr sz="1000" cap="all" spc="159">
                    <a:solidFill>
                      <a:srgbClr val="919191"/>
                    </a:solidFill>
                    <a:latin typeface="GT America Regular"/>
                    <a:ea typeface="GT America Regular"/>
                    <a:cs typeface="GT America Regular"/>
                    <a:sym typeface="GT America Regular"/>
                  </a:defRPr>
                </a:pPr>
                <a:r>
                  <a:rPr dirty="0"/>
                  <a:t>170 90 Praha 7-bubeneč</a:t>
                </a:r>
              </a:p>
            </p:txBody>
          </p:sp>
        </p:grpSp>
        <p:sp>
          <p:nvSpPr>
            <p:cNvPr id="44" name="TextBox 4">
              <a:extLst>
                <a:ext uri="{FF2B5EF4-FFF2-40B4-BE49-F238E27FC236}">
                  <a16:creationId xmlns:a16="http://schemas.microsoft.com/office/drawing/2014/main" id="{5A6FB50A-C864-E33B-B9B8-2F0D5CD1E3DB}"/>
                </a:ext>
              </a:extLst>
            </p:cNvPr>
            <p:cNvSpPr txBox="1"/>
            <p:nvPr/>
          </p:nvSpPr>
          <p:spPr>
            <a:xfrm>
              <a:off x="6860647" y="4585771"/>
              <a:ext cx="3459011" cy="26000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>
              <a:spAutoFit/>
            </a:bodyPr>
            <a:lstStyle>
              <a:lvl1pPr defTabSz="825500">
                <a:lnSpc>
                  <a:spcPct val="120000"/>
                </a:lnSpc>
                <a:defRPr sz="1000" cap="all" spc="159">
                  <a:solidFill>
                    <a:srgbClr val="919191"/>
                  </a:solidFill>
                  <a:latin typeface="GT America Regular"/>
                  <a:ea typeface="GT America Regular"/>
                  <a:cs typeface="GT America Regular"/>
                  <a:sym typeface="GT America Regular"/>
                </a:defRPr>
              </a:lvl1pPr>
            </a:lstStyle>
            <a:p>
              <a:r>
                <a:rPr lang="sk-SK" dirty="0"/>
                <a:t>Where to find us</a:t>
              </a:r>
              <a:endParaRPr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1BE72CD-E847-D901-F82F-EC5573FDA042}"/>
              </a:ext>
            </a:extLst>
          </p:cNvPr>
          <p:cNvGrpSpPr/>
          <p:nvPr userDrawn="1"/>
        </p:nvGrpSpPr>
        <p:grpSpPr>
          <a:xfrm>
            <a:off x="1626881" y="4971842"/>
            <a:ext cx="1913969" cy="354324"/>
            <a:chOff x="1626881" y="4971842"/>
            <a:chExt cx="1913969" cy="354324"/>
          </a:xfrm>
        </p:grpSpPr>
        <p:sp>
          <p:nvSpPr>
            <p:cNvPr id="48" name="TextBox 4">
              <a:extLst>
                <a:ext uri="{FF2B5EF4-FFF2-40B4-BE49-F238E27FC236}">
                  <a16:creationId xmlns:a16="http://schemas.microsoft.com/office/drawing/2014/main" id="{AE85540A-53BB-4023-9B8F-EBD8122FC74E}"/>
                </a:ext>
              </a:extLst>
            </p:cNvPr>
            <p:cNvSpPr txBox="1"/>
            <p:nvPr/>
          </p:nvSpPr>
          <p:spPr>
            <a:xfrm>
              <a:off x="2010302" y="4971842"/>
              <a:ext cx="1530548" cy="3543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>
              <a:spAutoFit/>
            </a:bodyPr>
            <a:lstStyle/>
            <a:p>
              <a:pPr>
                <a:lnSpc>
                  <a:spcPct val="140000"/>
                </a:lnSpc>
                <a:defRPr sz="1600">
                  <a:solidFill>
                    <a:srgbClr val="FFFFFF"/>
                  </a:solidFill>
                  <a:latin typeface="GT America Bold"/>
                  <a:ea typeface="GT America Bold"/>
                  <a:cs typeface="GT America Bold"/>
                  <a:sym typeface="GT America Bold"/>
                </a:defRPr>
              </a:pPr>
              <a:r>
                <a:rPr sz="1400" u="sng" dirty="0">
                  <a:solidFill>
                    <a:schemeClr val="bg1"/>
                  </a:solidFill>
                  <a:uFill>
                    <a:solidFill>
                      <a:srgbClr val="0F0F0F"/>
                    </a:solidFill>
                  </a:uFill>
                  <a:latin typeface="GT America Thin" panose="00000300000000000000" pitchFamily="50" charset="0"/>
                  <a:ea typeface="GT America Regular"/>
                  <a:cs typeface="GT America Regular"/>
                  <a:sym typeface="GT America Regular"/>
                  <a:hlinkClick r:id="rId9"/>
                </a:rPr>
                <a:t>xlab.cz</a:t>
              </a:r>
              <a:endParaRPr sz="1400" u="sng" dirty="0">
                <a:solidFill>
                  <a:schemeClr val="bg1"/>
                </a:solidFill>
                <a:uFill>
                  <a:solidFill>
                    <a:srgbClr val="0F0F0F"/>
                  </a:solidFill>
                </a:uFill>
                <a:latin typeface="GT America Thin" panose="00000300000000000000" pitchFamily="50" charset="0"/>
                <a:ea typeface="GT America Regular"/>
                <a:cs typeface="GT America Regular"/>
                <a:sym typeface="GT America Regular"/>
                <a:hlinkClick r:id="rId1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1210F12-7EC6-219C-3AD4-4EED6AB93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26881" y="5086350"/>
              <a:ext cx="216002" cy="2160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89F2F17-E82A-C87F-6471-2388DC6F0E03}"/>
              </a:ext>
            </a:extLst>
          </p:cNvPr>
          <p:cNvGrpSpPr/>
          <p:nvPr userDrawn="1"/>
        </p:nvGrpSpPr>
        <p:grpSpPr>
          <a:xfrm>
            <a:off x="1626881" y="5346185"/>
            <a:ext cx="2641804" cy="354324"/>
            <a:chOff x="1626881" y="5346185"/>
            <a:chExt cx="2641804" cy="354324"/>
          </a:xfrm>
        </p:grpSpPr>
        <p:sp>
          <p:nvSpPr>
            <p:cNvPr id="51" name="TextBox 4">
              <a:extLst>
                <a:ext uri="{FF2B5EF4-FFF2-40B4-BE49-F238E27FC236}">
                  <a16:creationId xmlns:a16="http://schemas.microsoft.com/office/drawing/2014/main" id="{95DCE251-3065-10B8-09A2-1838276A2F9B}"/>
                </a:ext>
              </a:extLst>
            </p:cNvPr>
            <p:cNvSpPr txBox="1"/>
            <p:nvPr/>
          </p:nvSpPr>
          <p:spPr>
            <a:xfrm>
              <a:off x="2010302" y="5346185"/>
              <a:ext cx="2258383" cy="3543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8" tIns="45718" rIns="45718" bIns="45718">
              <a:spAutoFit/>
            </a:bodyPr>
            <a:lstStyle/>
            <a:p>
              <a:pPr>
                <a:lnSpc>
                  <a:spcPct val="140000"/>
                </a:lnSpc>
                <a:defRPr sz="1600">
                  <a:solidFill>
                    <a:srgbClr val="FFFFFF"/>
                  </a:solidFill>
                  <a:latin typeface="GT America Bold"/>
                  <a:ea typeface="GT America Bold"/>
                  <a:cs typeface="GT America Bold"/>
                  <a:sym typeface="GT America Bold"/>
                </a:defRPr>
              </a:pPr>
              <a:r>
                <a:rPr sz="1400" u="sng" dirty="0">
                  <a:uFill>
                    <a:solidFill>
                      <a:srgbClr val="0F0F0F"/>
                    </a:solidFill>
                  </a:uFill>
                  <a:latin typeface="GT America Thin" panose="00000300000000000000" pitchFamily="50" charset="0"/>
                  <a:ea typeface="GT America Regular"/>
                  <a:cs typeface="GT America Regular"/>
                  <a:sym typeface="GT America Regular"/>
                  <a:hlinkClick r:id="rId12"/>
                </a:rPr>
                <a:t>xlab@xlab.cz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5E37611-1626-8056-93AA-DECBD0E81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626881" y="5470430"/>
              <a:ext cx="216000" cy="155368"/>
            </a:xfrm>
            <a:prstGeom prst="rect">
              <a:avLst/>
            </a:prstGeom>
          </p:spPr>
        </p:pic>
      </p:grpSp>
      <p:sp>
        <p:nvSpPr>
          <p:cNvPr id="53" name="TextBox 4">
            <a:extLst>
              <a:ext uri="{FF2B5EF4-FFF2-40B4-BE49-F238E27FC236}">
                <a16:creationId xmlns:a16="http://schemas.microsoft.com/office/drawing/2014/main" id="{A305397A-316F-7C56-F4B2-D81D9699ACDA}"/>
              </a:ext>
            </a:extLst>
          </p:cNvPr>
          <p:cNvSpPr txBox="1"/>
          <p:nvPr userDrawn="1"/>
        </p:nvSpPr>
        <p:spPr>
          <a:xfrm>
            <a:off x="2010302" y="5694149"/>
            <a:ext cx="2258383" cy="393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FFFFFF"/>
                </a:solidFill>
                <a:latin typeface="GT America Bold"/>
                <a:ea typeface="GT America Bold"/>
                <a:cs typeface="GT America Bold"/>
                <a:sym typeface="GT America Bold"/>
              </a:defRPr>
            </a:pPr>
            <a:r>
              <a:rPr sz="1400" dirty="0">
                <a:latin typeface="GT America Thin" panose="00000300000000000000" pitchFamily="50" charset="0"/>
                <a:ea typeface="GT America Light"/>
                <a:cs typeface="GT America Light"/>
                <a:sym typeface="GT America Light"/>
              </a:rPr>
              <a:t>+420 273 136 947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FF11433-3BB7-BDEA-A3DD-768D969306D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662881" y="5793878"/>
            <a:ext cx="144000" cy="241117"/>
          </a:xfrm>
          <a:prstGeom prst="rect">
            <a:avLst/>
          </a:prstGeom>
        </p:spPr>
      </p:pic>
      <p:sp>
        <p:nvSpPr>
          <p:cNvPr id="55" name="TextBox 4">
            <a:hlinkClick r:id="rId5"/>
            <a:extLst>
              <a:ext uri="{FF2B5EF4-FFF2-40B4-BE49-F238E27FC236}">
                <a16:creationId xmlns:a16="http://schemas.microsoft.com/office/drawing/2014/main" id="{EBE8C6D6-B35B-2E13-404E-4D8C588C7DBD}"/>
              </a:ext>
            </a:extLst>
          </p:cNvPr>
          <p:cNvSpPr txBox="1"/>
          <p:nvPr userDrawn="1"/>
        </p:nvSpPr>
        <p:spPr>
          <a:xfrm>
            <a:off x="5417658" y="4992905"/>
            <a:ext cx="1530548" cy="354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FFFFFF"/>
                </a:solidFill>
                <a:latin typeface="GT America Bold"/>
                <a:ea typeface="GT America Bold"/>
                <a:cs typeface="GT America Bold"/>
                <a:sym typeface="GT America Bold"/>
              </a:defRPr>
            </a:pPr>
            <a:r>
              <a:rPr lang="sk-SK" sz="1400" dirty="0">
                <a:solidFill>
                  <a:schemeClr val="bg1"/>
                </a:solidFill>
                <a:uFill>
                  <a:solidFill>
                    <a:srgbClr val="0000FF"/>
                  </a:solidFill>
                </a:uFill>
                <a:latin typeface="GT America Thin" panose="00000300000000000000" pitchFamily="50" charset="0"/>
                <a:ea typeface="GT America Regular"/>
                <a:cs typeface="GT America Regular"/>
                <a:sym typeface="GT America Regular"/>
              </a:rPr>
              <a:t>facebook</a:t>
            </a:r>
            <a:endParaRPr sz="1400" dirty="0">
              <a:solidFill>
                <a:schemeClr val="bg1"/>
              </a:solidFill>
              <a:uFill>
                <a:solidFill>
                  <a:srgbClr val="0000FF"/>
                </a:solidFill>
              </a:uFill>
              <a:latin typeface="GT America Thin" panose="00000300000000000000" pitchFamily="50" charset="0"/>
              <a:ea typeface="GT America Regular"/>
              <a:cs typeface="GT America Regular"/>
              <a:sym typeface="GT America Regular"/>
              <a:hlinkClick r:id="rId10"/>
            </a:endParaRPr>
          </a:p>
        </p:txBody>
      </p:sp>
      <p:sp>
        <p:nvSpPr>
          <p:cNvPr id="56" name="TextBox 4">
            <a:hlinkClick r:id="rId7"/>
            <a:extLst>
              <a:ext uri="{FF2B5EF4-FFF2-40B4-BE49-F238E27FC236}">
                <a16:creationId xmlns:a16="http://schemas.microsoft.com/office/drawing/2014/main" id="{846E2CAC-4633-5CDB-5EB4-A64793D9521D}"/>
              </a:ext>
            </a:extLst>
          </p:cNvPr>
          <p:cNvSpPr txBox="1"/>
          <p:nvPr userDrawn="1"/>
        </p:nvSpPr>
        <p:spPr>
          <a:xfrm>
            <a:off x="5417658" y="5360898"/>
            <a:ext cx="2258383" cy="354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FFFFFF"/>
                </a:solidFill>
                <a:latin typeface="GT America Bold"/>
                <a:ea typeface="GT America Bold"/>
                <a:cs typeface="GT America Bold"/>
                <a:sym typeface="GT America Bold"/>
              </a:defRPr>
            </a:pPr>
            <a:r>
              <a:rPr lang="sk-SK" sz="1400" dirty="0">
                <a:solidFill>
                  <a:schemeClr val="bg1"/>
                </a:solidFill>
                <a:uFill>
                  <a:solidFill>
                    <a:srgbClr val="0000FF"/>
                  </a:solidFill>
                </a:uFill>
                <a:latin typeface="GT America Thin" panose="00000300000000000000" pitchFamily="50" charset="0"/>
                <a:ea typeface="GT America Regular"/>
                <a:cs typeface="GT America Regular"/>
                <a:sym typeface="GT America Regular"/>
              </a:rPr>
              <a:t>instagram</a:t>
            </a:r>
            <a:endParaRPr lang="en-US" sz="1400" dirty="0">
              <a:solidFill>
                <a:schemeClr val="bg1"/>
              </a:solidFill>
              <a:uFill>
                <a:solidFill>
                  <a:srgbClr val="0000FF"/>
                </a:solidFill>
              </a:uFill>
              <a:latin typeface="GT America Thin" panose="00000300000000000000" pitchFamily="50" charset="0"/>
              <a:ea typeface="GT America Regular"/>
              <a:cs typeface="GT America Regular"/>
              <a:sym typeface="GT America Regular"/>
              <a:hlinkClick r:id="rId10"/>
            </a:endParaRPr>
          </a:p>
        </p:txBody>
      </p:sp>
      <p:sp>
        <p:nvSpPr>
          <p:cNvPr id="57" name="TextBox 4">
            <a:hlinkClick r:id="rId3"/>
            <a:extLst>
              <a:ext uri="{FF2B5EF4-FFF2-40B4-BE49-F238E27FC236}">
                <a16:creationId xmlns:a16="http://schemas.microsoft.com/office/drawing/2014/main" id="{10A3EF84-3DEF-C91E-76DD-88FA75604DA9}"/>
              </a:ext>
            </a:extLst>
          </p:cNvPr>
          <p:cNvSpPr txBox="1"/>
          <p:nvPr userDrawn="1"/>
        </p:nvSpPr>
        <p:spPr>
          <a:xfrm>
            <a:off x="5417658" y="5715179"/>
            <a:ext cx="2258383" cy="354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FFFFFF"/>
                </a:solidFill>
                <a:latin typeface="GT America Bold"/>
                <a:ea typeface="GT America Bold"/>
                <a:cs typeface="GT America Bold"/>
                <a:sym typeface="GT America Bold"/>
              </a:defRPr>
            </a:pPr>
            <a:r>
              <a:rPr lang="sk-SK" sz="1400" dirty="0">
                <a:solidFill>
                  <a:schemeClr val="bg1"/>
                </a:solidFill>
                <a:uFill>
                  <a:solidFill>
                    <a:srgbClr val="0000FF"/>
                  </a:solidFill>
                </a:uFill>
                <a:latin typeface="GT America Thin" panose="00000300000000000000" pitchFamily="50" charset="0"/>
                <a:ea typeface="GT America Regular"/>
                <a:cs typeface="GT America Regular"/>
                <a:sym typeface="GT America Regular"/>
              </a:rPr>
              <a:t>youtube</a:t>
            </a:r>
            <a:endParaRPr lang="en-US" sz="1400" dirty="0">
              <a:solidFill>
                <a:schemeClr val="bg1"/>
              </a:solidFill>
              <a:uFill>
                <a:solidFill>
                  <a:srgbClr val="0000FF"/>
                </a:solidFill>
              </a:uFill>
              <a:latin typeface="GT America Thin" panose="00000300000000000000" pitchFamily="50" charset="0"/>
              <a:ea typeface="GT America Regular"/>
              <a:cs typeface="GT America Regular"/>
              <a:sym typeface="GT America Regular"/>
              <a:hlinkClick r:id="rId10"/>
            </a:endParaRPr>
          </a:p>
        </p:txBody>
      </p:sp>
      <p:pic>
        <p:nvPicPr>
          <p:cNvPr id="58" name="Picture 57" descr="A black and white logo&#10;&#10;Description automatically generated">
            <a:extLst>
              <a:ext uri="{FF2B5EF4-FFF2-40B4-BE49-F238E27FC236}">
                <a16:creationId xmlns:a16="http://schemas.microsoft.com/office/drawing/2014/main" id="{46731746-EC84-048D-9F97-2D49F4A18C1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051" y="3811612"/>
            <a:ext cx="2765778" cy="491342"/>
          </a:xfrm>
          <a:prstGeom prst="rect">
            <a:avLst/>
          </a:prstGeom>
        </p:spPr>
      </p:pic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0709242E-54AD-EE51-6158-C7A4472715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98270" y="2768381"/>
            <a:ext cx="3989730" cy="7621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Helvetica Light" panose="020B04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3580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 + X R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32F6-4DF0-9A35-F8A3-2E16392D9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330" y="843649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C44F7-E7E9-7E56-8BD5-C646DC385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211" y="3429000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bg1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AA50BE-2F69-B5D0-D81B-5C14173EC829}"/>
              </a:ext>
            </a:extLst>
          </p:cNvPr>
          <p:cNvCxnSpPr>
            <a:cxnSpLocks/>
          </p:cNvCxnSpPr>
          <p:nvPr userDrawn="1"/>
        </p:nvCxnSpPr>
        <p:spPr>
          <a:xfrm>
            <a:off x="977900" y="3327400"/>
            <a:ext cx="5923832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ey triangle shaped object&#10;&#10;Description automatically generated">
            <a:extLst>
              <a:ext uri="{FF2B5EF4-FFF2-40B4-BE49-F238E27FC236}">
                <a16:creationId xmlns:a16="http://schemas.microsoft.com/office/drawing/2014/main" id="{57727967-3FC2-0DF1-03F3-3F4BD7AF7B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7622925" y="0"/>
            <a:ext cx="45607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48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3C7BE235-874B-3C7A-4601-CC4958C0CB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1318095" y="6319763"/>
            <a:ext cx="492905" cy="30806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5D395-07A8-4696-AA56-B30365B14AA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619985"/>
            <a:ext cx="11404600" cy="4549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5CCF21-35D5-DDAB-62D4-C64978415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114046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pic>
        <p:nvPicPr>
          <p:cNvPr id="2" name="Picture 1" descr="A black and grey background&#10;&#10;Description automatically generated">
            <a:extLst>
              <a:ext uri="{FF2B5EF4-FFF2-40B4-BE49-F238E27FC236}">
                <a16:creationId xmlns:a16="http://schemas.microsoft.com/office/drawing/2014/main" id="{DDF8231C-1134-E5DD-E0B9-DD6ED10198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70495" y="6408555"/>
            <a:ext cx="492905" cy="3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5676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IM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114046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pic>
        <p:nvPicPr>
          <p:cNvPr id="8" name="Picture 7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3C7BE235-874B-3C7A-4601-CC4958C0CB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1318095" y="6319763"/>
            <a:ext cx="492905" cy="30806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3790A-8764-E2B4-6CC9-AE82FD7BFD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632685"/>
            <a:ext cx="6921500" cy="4549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Slide Number Placeholder 17">
            <a:extLst>
              <a:ext uri="{FF2B5EF4-FFF2-40B4-BE49-F238E27FC236}">
                <a16:creationId xmlns:a16="http://schemas.microsoft.com/office/drawing/2014/main" id="{8B1C747B-5F66-1417-E6B6-8A898C0E6B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6947" y="6430023"/>
            <a:ext cx="492905" cy="252516"/>
          </a:xfrm>
          <a:prstGeom prst="rect">
            <a:avLst/>
          </a:prstGeom>
        </p:spPr>
        <p:txBody>
          <a:bodyPr/>
          <a:lstStyle>
            <a:lvl1pPr>
              <a:defRPr lang="en-US" sz="110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88DC86B-3231-7F46-A6D3-EBD2889C12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C36D9E6-34B9-B894-38F5-55108CCAF1D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505700" y="1632681"/>
            <a:ext cx="4305300" cy="45497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ack and grey background&#10;&#10;Description automatically generated">
            <a:extLst>
              <a:ext uri="{FF2B5EF4-FFF2-40B4-BE49-F238E27FC236}">
                <a16:creationId xmlns:a16="http://schemas.microsoft.com/office/drawing/2014/main" id="{BD673509-2E99-552B-97EC-DD6A1A702E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70495" y="6408555"/>
            <a:ext cx="492905" cy="3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21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4x IM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114046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pic>
        <p:nvPicPr>
          <p:cNvPr id="8" name="Picture 7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3C7BE235-874B-3C7A-4601-CC4958C0CB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1318095" y="6319763"/>
            <a:ext cx="492905" cy="30806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3790A-8764-E2B4-6CC9-AE82FD7BFD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619985"/>
            <a:ext cx="5194300" cy="4549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Slide Number Placeholder 17">
            <a:extLst>
              <a:ext uri="{FF2B5EF4-FFF2-40B4-BE49-F238E27FC236}">
                <a16:creationId xmlns:a16="http://schemas.microsoft.com/office/drawing/2014/main" id="{8B1C747B-5F66-1417-E6B6-8A898C0E6B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6947" y="6430023"/>
            <a:ext cx="492905" cy="252516"/>
          </a:xfrm>
          <a:prstGeom prst="rect">
            <a:avLst/>
          </a:prstGeom>
        </p:spPr>
        <p:txBody>
          <a:bodyPr/>
          <a:lstStyle>
            <a:lvl1pPr>
              <a:defRPr lang="en-US" sz="110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88DC86B-3231-7F46-A6D3-EBD2889C12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2AD85CAC-8D50-6040-CF53-FF4C6BE3C4B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759450" y="3924300"/>
            <a:ext cx="3028950" cy="22594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F78FF2F0-059F-6665-8C58-867B3EB923D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851900" y="3924299"/>
            <a:ext cx="2959100" cy="225940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28">
            <a:extLst>
              <a:ext uri="{FF2B5EF4-FFF2-40B4-BE49-F238E27FC236}">
                <a16:creationId xmlns:a16="http://schemas.microsoft.com/office/drawing/2014/main" id="{9A2F51B8-4F86-9167-D856-99174012289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59450" y="1596864"/>
            <a:ext cx="3028950" cy="22594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28">
            <a:extLst>
              <a:ext uri="{FF2B5EF4-FFF2-40B4-BE49-F238E27FC236}">
                <a16:creationId xmlns:a16="http://schemas.microsoft.com/office/drawing/2014/main" id="{51A00931-5832-D16D-3D74-394C6B5013E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851900" y="1596863"/>
            <a:ext cx="2959100" cy="225940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ack and grey background&#10;&#10;Description automatically generated">
            <a:extLst>
              <a:ext uri="{FF2B5EF4-FFF2-40B4-BE49-F238E27FC236}">
                <a16:creationId xmlns:a16="http://schemas.microsoft.com/office/drawing/2014/main" id="{A1206200-AB63-BFE7-AE84-6120D79C37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70495" y="6408555"/>
            <a:ext cx="492905" cy="3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31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4x IMG+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54229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3790A-8764-E2B4-6CC9-AE82FD7BFD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632685"/>
            <a:ext cx="5422900" cy="4549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40AB74-F08E-B7AD-D1B3-33A0233E08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19800" y="88903"/>
            <a:ext cx="2959100" cy="342899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E411A48-48AB-F395-B3AD-4087943AC0D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32500" y="3486351"/>
            <a:ext cx="2959100" cy="32700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4A0EE97E-ABC2-9728-AE68-6C47C1D169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55100" y="88903"/>
            <a:ext cx="2959100" cy="342899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DB507151-A557-4143-600D-02D0D577CBD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67800" y="3486351"/>
            <a:ext cx="2959100" cy="32700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309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2x IM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54229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3790A-8764-E2B4-6CC9-AE82FD7BFD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479571"/>
            <a:ext cx="5651500" cy="17590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40AB74-F08E-B7AD-D1B3-33A0233E08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6400" y="3325959"/>
            <a:ext cx="5651500" cy="31948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A9187F36-65AE-5FE9-B0D3-D35212C19AC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6650" y="3325959"/>
            <a:ext cx="5651500" cy="31948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AC5959-7E6E-697B-9614-10663162B0F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216650" y="1479571"/>
            <a:ext cx="5651500" cy="17590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713730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IMG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54229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40AB74-F08E-B7AD-D1B3-33A0233E08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6400" y="2762289"/>
            <a:ext cx="11480800" cy="37584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4699D-CFC8-E235-C9C1-8E06EF43F57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479571"/>
            <a:ext cx="11480800" cy="11493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02655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G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54229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40AB74-F08E-B7AD-D1B3-33A0233E08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6400" y="1433503"/>
            <a:ext cx="11480800" cy="508725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859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40AB74-F08E-B7AD-D1B3-33A0233E08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85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IMG 4 mas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grey background&#10;&#10;Description automatically generated">
            <a:extLst>
              <a:ext uri="{FF2B5EF4-FFF2-40B4-BE49-F238E27FC236}">
                <a16:creationId xmlns:a16="http://schemas.microsoft.com/office/drawing/2014/main" id="{471504AC-6A9D-A6AD-D943-E7EEEEC370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8095" y="6319763"/>
            <a:ext cx="492905" cy="308066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4E5B9A-2C02-476E-5495-00F98DC9423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0"/>
            <a:ext cx="60706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4A2BC5-0526-98C6-5B11-1EA8B2C8A408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46181"/>
            <a:ext cx="16256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17">
            <a:extLst>
              <a:ext uri="{FF2B5EF4-FFF2-40B4-BE49-F238E27FC236}">
                <a16:creationId xmlns:a16="http://schemas.microsoft.com/office/drawing/2014/main" id="{8B1C747B-5F66-1417-E6B6-8A898C0E6B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6947" y="6430023"/>
            <a:ext cx="492905" cy="252516"/>
          </a:xfrm>
          <a:prstGeom prst="rect">
            <a:avLst/>
          </a:prstGeom>
        </p:spPr>
        <p:txBody>
          <a:bodyPr/>
          <a:lstStyle>
            <a:lvl1pPr>
              <a:defRPr lang="en-US" sz="110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88DC86B-3231-7F46-A6D3-EBD2889C12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80BB7-1F57-ADDB-E19B-D9B40531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30171"/>
            <a:ext cx="6883400" cy="102868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spcAft>
                <a:spcPts val="2400"/>
              </a:spcAft>
              <a:defRPr sz="3200" b="1" i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FF3790A-8764-E2B4-6CC9-AE82FD7BFD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00" y="1632685"/>
            <a:ext cx="6883400" cy="4549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1pPr>
            <a:lvl2pPr marL="320040" indent="-228600">
              <a:lnSpc>
                <a:spcPct val="120000"/>
              </a:lnSpc>
              <a:buFont typeface="Courier New" panose="02070309020205020404" pitchFamily="49" charset="0"/>
              <a:buChar char="o"/>
              <a:defRPr sz="14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2pPr>
            <a:lvl3pPr marL="594360" indent="-228600">
              <a:lnSpc>
                <a:spcPct val="120000"/>
              </a:lnSpc>
              <a:buFont typeface="Wingdings" pitchFamily="2" charset="2"/>
              <a:buChar char="§"/>
              <a:defRPr sz="1200" b="0" i="0" baseline="0">
                <a:solidFill>
                  <a:schemeClr val="tx1"/>
                </a:solidFill>
                <a:latin typeface="Helvetica Light" panose="020B0403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169017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Mas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AD49E97F-4227-9B41-1557-F9E39CAEE0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1318095" y="6319763"/>
            <a:ext cx="492905" cy="3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148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action + Ray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grey triangle shapes&#10;&#10;Description automatically generated with medium confidence">
            <a:extLst>
              <a:ext uri="{FF2B5EF4-FFF2-40B4-BE49-F238E27FC236}">
                <a16:creationId xmlns:a16="http://schemas.microsoft.com/office/drawing/2014/main" id="{D63EFD43-2FD2-8D1E-3AD9-26DA15BE18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5039468" y="-7951"/>
            <a:ext cx="7122386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094BA2D-4E7D-03A1-AFB0-E00B561D7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130" y="1650999"/>
            <a:ext cx="5561570" cy="8690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cap="none" baseline="0">
                <a:solidFill>
                  <a:schemeClr val="bg1"/>
                </a:solidFill>
                <a:latin typeface="Helvetica Light" panose="020B04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C06D60-AC57-BF23-E065-7F8429A80653}"/>
              </a:ext>
            </a:extLst>
          </p:cNvPr>
          <p:cNvCxnSpPr>
            <a:cxnSpLocks/>
          </p:cNvCxnSpPr>
          <p:nvPr userDrawn="1"/>
        </p:nvCxnSpPr>
        <p:spPr>
          <a:xfrm>
            <a:off x="1309130" y="2634349"/>
            <a:ext cx="152297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499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action No R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094BA2D-4E7D-03A1-AFB0-E00B561D7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130" y="1650999"/>
            <a:ext cx="5561570" cy="8690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cap="none" baseline="0">
                <a:solidFill>
                  <a:schemeClr val="bg1"/>
                </a:solidFill>
                <a:latin typeface="Helvetica Light" panose="020B04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C06D60-AC57-BF23-E065-7F8429A80653}"/>
              </a:ext>
            </a:extLst>
          </p:cNvPr>
          <p:cNvCxnSpPr>
            <a:cxnSpLocks/>
          </p:cNvCxnSpPr>
          <p:nvPr userDrawn="1"/>
        </p:nvCxnSpPr>
        <p:spPr>
          <a:xfrm>
            <a:off x="1309130" y="2634349"/>
            <a:ext cx="152297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874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 + No R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32F6-4DF0-9A35-F8A3-2E16392D9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330" y="843649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C44F7-E7E9-7E56-8BD5-C646DC385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211" y="3429000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bg1"/>
                </a:solidFill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AA50BE-2F69-B5D0-D81B-5C14173EC829}"/>
              </a:ext>
            </a:extLst>
          </p:cNvPr>
          <p:cNvCxnSpPr>
            <a:cxnSpLocks/>
          </p:cNvCxnSpPr>
          <p:nvPr userDrawn="1"/>
        </p:nvCxnSpPr>
        <p:spPr>
          <a:xfrm>
            <a:off x="977900" y="3327400"/>
            <a:ext cx="7112000" cy="0"/>
          </a:xfrm>
          <a:prstGeom prst="line">
            <a:avLst/>
          </a:prstGeom>
          <a:ln w="38100">
            <a:solidFill>
              <a:srgbClr val="DFD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845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e By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y triangle shaped object&#10;&#10;Description automatically generated">
            <a:extLst>
              <a:ext uri="{FF2B5EF4-FFF2-40B4-BE49-F238E27FC236}">
                <a16:creationId xmlns:a16="http://schemas.microsoft.com/office/drawing/2014/main" id="{B1FDE8AF-9C9A-7C1C-7410-B00C12D45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7622925" y="0"/>
            <a:ext cx="4560780" cy="6858000"/>
          </a:xfrm>
          <a:prstGeom prst="rect">
            <a:avLst/>
          </a:prstGeom>
        </p:spPr>
      </p:pic>
      <p:sp>
        <p:nvSpPr>
          <p:cNvPr id="37" name="TextBox 4">
            <a:extLst>
              <a:ext uri="{FF2B5EF4-FFF2-40B4-BE49-F238E27FC236}">
                <a16:creationId xmlns:a16="http://schemas.microsoft.com/office/drawing/2014/main" id="{AD25083E-D106-0713-491E-8255083AF107}"/>
              </a:ext>
            </a:extLst>
          </p:cNvPr>
          <p:cNvSpPr txBox="1"/>
          <p:nvPr userDrawn="1"/>
        </p:nvSpPr>
        <p:spPr>
          <a:xfrm>
            <a:off x="1598270" y="4585771"/>
            <a:ext cx="2025463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defTabSz="825500">
              <a:lnSpc>
                <a:spcPct val="120000"/>
              </a:lnSpc>
              <a:defRPr sz="1000" cap="all" spc="159">
                <a:solidFill>
                  <a:srgbClr val="919191"/>
                </a:solidFill>
                <a:latin typeface="GT America Regular"/>
                <a:ea typeface="GT America Regular"/>
                <a:cs typeface="GT America Regular"/>
                <a:sym typeface="GT America Regular"/>
              </a:defRPr>
            </a:lvl1pPr>
          </a:lstStyle>
          <a:p>
            <a:r>
              <a:rPr dirty="0"/>
              <a:t>Get in touch</a:t>
            </a:r>
          </a:p>
        </p:txBody>
      </p:sp>
      <p:sp>
        <p:nvSpPr>
          <p:cNvPr id="38" name="TextBox 4">
            <a:extLst>
              <a:ext uri="{FF2B5EF4-FFF2-40B4-BE49-F238E27FC236}">
                <a16:creationId xmlns:a16="http://schemas.microsoft.com/office/drawing/2014/main" id="{A348C619-0089-389F-429D-67C4A54392DE}"/>
              </a:ext>
            </a:extLst>
          </p:cNvPr>
          <p:cNvSpPr txBox="1"/>
          <p:nvPr userDrawn="1"/>
        </p:nvSpPr>
        <p:spPr>
          <a:xfrm>
            <a:off x="4980562" y="4585771"/>
            <a:ext cx="1169624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defTabSz="825500">
              <a:lnSpc>
                <a:spcPct val="120000"/>
              </a:lnSpc>
              <a:defRPr sz="1000" cap="all" spc="159">
                <a:solidFill>
                  <a:srgbClr val="919191"/>
                </a:solidFill>
                <a:latin typeface="GT America Regular"/>
                <a:ea typeface="GT America Regular"/>
                <a:cs typeface="GT America Regular"/>
                <a:sym typeface="GT America Regular"/>
              </a:defRPr>
            </a:lvl1pPr>
          </a:lstStyle>
          <a:p>
            <a:r>
              <a:rPr dirty="0"/>
              <a:t>Follow us</a:t>
            </a:r>
          </a:p>
        </p:txBody>
      </p:sp>
      <p:pic>
        <p:nvPicPr>
          <p:cNvPr id="39" name="Obrázek" descr="Obrázek">
            <a:hlinkClick r:id="rId3"/>
            <a:extLst>
              <a:ext uri="{FF2B5EF4-FFF2-40B4-BE49-F238E27FC236}">
                <a16:creationId xmlns:a16="http://schemas.microsoft.com/office/drawing/2014/main" id="{EA79E1DD-95CB-23C4-7318-AF159697878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-10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35866" y="5849567"/>
            <a:ext cx="237826" cy="174406"/>
          </a:xfrm>
          <a:prstGeom prst="rect">
            <a:avLst/>
          </a:prstGeom>
        </p:spPr>
      </p:pic>
      <p:pic>
        <p:nvPicPr>
          <p:cNvPr id="40" name="fb.png" descr="fb.png">
            <a:hlinkClick r:id="rId5"/>
            <a:extLst>
              <a:ext uri="{FF2B5EF4-FFF2-40B4-BE49-F238E27FC236}">
                <a16:creationId xmlns:a16="http://schemas.microsoft.com/office/drawing/2014/main" id="{54E183E7-8A7A-1419-16FA-4DF4FB15885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-10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65089" y="5113945"/>
            <a:ext cx="178203" cy="178821"/>
          </a:xfrm>
          <a:prstGeom prst="rect">
            <a:avLst/>
          </a:prstGeom>
        </p:spPr>
      </p:pic>
      <p:pic>
        <p:nvPicPr>
          <p:cNvPr id="41" name="glyph-icons2.png" descr="glyph-icons2.png">
            <a:hlinkClick r:id="rId7"/>
            <a:extLst>
              <a:ext uri="{FF2B5EF4-FFF2-40B4-BE49-F238E27FC236}">
                <a16:creationId xmlns:a16="http://schemas.microsoft.com/office/drawing/2014/main" id="{742EA840-D265-68E9-0445-74EAE240C4C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  <a:lum bright="-100000"/>
          </a:blip>
          <a:stretch>
            <a:fillRect/>
          </a:stretch>
        </p:blipFill>
        <p:spPr>
          <a:xfrm>
            <a:off x="5044854" y="5462588"/>
            <a:ext cx="218674" cy="218672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D644B1B-6321-EBA1-1B21-B5EAD1C2EEAD}"/>
              </a:ext>
            </a:extLst>
          </p:cNvPr>
          <p:cNvGrpSpPr/>
          <p:nvPr userDrawn="1"/>
        </p:nvGrpSpPr>
        <p:grpSpPr>
          <a:xfrm>
            <a:off x="7784414" y="4585771"/>
            <a:ext cx="3459011" cy="1438202"/>
            <a:chOff x="6860647" y="4585771"/>
            <a:chExt cx="3459011" cy="143820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AC581AF-280F-760F-B831-09CB76657454}"/>
                </a:ext>
              </a:extLst>
            </p:cNvPr>
            <p:cNvGrpSpPr/>
            <p:nvPr/>
          </p:nvGrpSpPr>
          <p:grpSpPr>
            <a:xfrm>
              <a:off x="6882603" y="4897656"/>
              <a:ext cx="2562202" cy="1126317"/>
              <a:chOff x="2013318" y="4897656"/>
              <a:chExt cx="2562202" cy="1126317"/>
            </a:xfrm>
          </p:grpSpPr>
          <p:sp>
            <p:nvSpPr>
              <p:cNvPr id="45" name="TextBox 4">
                <a:extLst>
                  <a:ext uri="{FF2B5EF4-FFF2-40B4-BE49-F238E27FC236}">
                    <a16:creationId xmlns:a16="http://schemas.microsoft.com/office/drawing/2014/main" id="{BDA20A23-019A-785F-42D3-7D008F142970}"/>
                  </a:ext>
                </a:extLst>
              </p:cNvPr>
              <p:cNvSpPr txBox="1"/>
              <p:nvPr/>
            </p:nvSpPr>
            <p:spPr>
              <a:xfrm>
                <a:off x="2013318" y="4897656"/>
                <a:ext cx="2562202" cy="63953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8" tIns="45718" rIns="45718" bIns="45718">
                <a:spAutoFit/>
              </a:bodyPr>
              <a:lstStyle>
                <a:lvl1pPr>
                  <a:lnSpc>
                    <a:spcPct val="140000"/>
                  </a:lnSpc>
                  <a:defRPr sz="2800">
                    <a:solidFill>
                      <a:srgbClr val="FFFFFF"/>
                    </a:solidFill>
                    <a:latin typeface="GT America Regular"/>
                    <a:ea typeface="GT America Regular"/>
                    <a:cs typeface="GT America Regular"/>
                    <a:sym typeface="GT America Regular"/>
                  </a:defRPr>
                </a:lvl1pPr>
              </a:lstStyle>
              <a:p>
                <a:r>
                  <a:rPr dirty="0">
                    <a:solidFill>
                      <a:schemeClr val="tx1"/>
                    </a:solidFill>
                  </a:rPr>
                  <a:t>Prague</a:t>
                </a:r>
              </a:p>
            </p:txBody>
          </p:sp>
          <p:sp>
            <p:nvSpPr>
              <p:cNvPr id="46" name="TextBox 4">
                <a:extLst>
                  <a:ext uri="{FF2B5EF4-FFF2-40B4-BE49-F238E27FC236}">
                    <a16:creationId xmlns:a16="http://schemas.microsoft.com/office/drawing/2014/main" id="{374D4CC8-7A03-8AAA-7889-53689B91FE9A}"/>
                  </a:ext>
                </a:extLst>
              </p:cNvPr>
              <p:cNvSpPr txBox="1"/>
              <p:nvPr/>
            </p:nvSpPr>
            <p:spPr>
              <a:xfrm>
                <a:off x="2040088" y="5597254"/>
                <a:ext cx="2508661" cy="42671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8" tIns="45718" rIns="45718" bIns="45718">
                <a:spAutoFit/>
              </a:bodyPr>
              <a:lstStyle/>
              <a:p>
                <a:pPr defTabSz="825500">
                  <a:lnSpc>
                    <a:spcPct val="120000"/>
                  </a:lnSpc>
                  <a:defRPr sz="1000" cap="all" spc="159">
                    <a:solidFill>
                      <a:srgbClr val="919191"/>
                    </a:solidFill>
                    <a:latin typeface="GT America Regular"/>
                    <a:ea typeface="GT America Regular"/>
                    <a:cs typeface="GT America Regular"/>
                    <a:sym typeface="GT America Regular"/>
                  </a:defRPr>
                </a:pPr>
                <a:r>
                  <a:rPr dirty="0"/>
                  <a:t>Výstavište 67,</a:t>
                </a:r>
              </a:p>
              <a:p>
                <a:pPr defTabSz="825500">
                  <a:lnSpc>
                    <a:spcPct val="120000"/>
                  </a:lnSpc>
                  <a:defRPr sz="1000" cap="all" spc="159">
                    <a:solidFill>
                      <a:srgbClr val="919191"/>
                    </a:solidFill>
                    <a:latin typeface="GT America Regular"/>
                    <a:ea typeface="GT America Regular"/>
                    <a:cs typeface="GT America Regular"/>
                    <a:sym typeface="GT America Regular"/>
                  </a:defRPr>
                </a:pPr>
                <a:r>
                  <a:rPr dirty="0"/>
                  <a:t>170 90 Praha 7-bubeneč</a:t>
                </a:r>
              </a:p>
            </p:txBody>
          </p:sp>
        </p:grpSp>
        <p:sp>
          <p:nvSpPr>
            <p:cNvPr id="44" name="TextBox 4">
              <a:extLst>
                <a:ext uri="{FF2B5EF4-FFF2-40B4-BE49-F238E27FC236}">
                  <a16:creationId xmlns:a16="http://schemas.microsoft.com/office/drawing/2014/main" id="{5A6FB50A-C864-E33B-B9B8-2F0D5CD1E3DB}"/>
                </a:ext>
              </a:extLst>
            </p:cNvPr>
            <p:cNvSpPr txBox="1"/>
            <p:nvPr/>
          </p:nvSpPr>
          <p:spPr>
            <a:xfrm>
              <a:off x="6860647" y="4585771"/>
              <a:ext cx="3459011" cy="26000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>
              <a:spAutoFit/>
            </a:bodyPr>
            <a:lstStyle>
              <a:lvl1pPr defTabSz="825500">
                <a:lnSpc>
                  <a:spcPct val="120000"/>
                </a:lnSpc>
                <a:defRPr sz="1000" cap="all" spc="159">
                  <a:solidFill>
                    <a:srgbClr val="919191"/>
                  </a:solidFill>
                  <a:latin typeface="GT America Regular"/>
                  <a:ea typeface="GT America Regular"/>
                  <a:cs typeface="GT America Regular"/>
                  <a:sym typeface="GT America Regular"/>
                </a:defRPr>
              </a:lvl1pPr>
            </a:lstStyle>
            <a:p>
              <a:r>
                <a:rPr lang="sk-SK" dirty="0"/>
                <a:t>Where to find us</a:t>
              </a:r>
              <a:endParaRPr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1BE72CD-E847-D901-F82F-EC5573FDA042}"/>
              </a:ext>
            </a:extLst>
          </p:cNvPr>
          <p:cNvGrpSpPr/>
          <p:nvPr userDrawn="1"/>
        </p:nvGrpSpPr>
        <p:grpSpPr>
          <a:xfrm>
            <a:off x="1626881" y="4971842"/>
            <a:ext cx="1913969" cy="354324"/>
            <a:chOff x="1626881" y="4971842"/>
            <a:chExt cx="1913969" cy="354324"/>
          </a:xfrm>
        </p:grpSpPr>
        <p:sp>
          <p:nvSpPr>
            <p:cNvPr id="48" name="TextBox 4">
              <a:extLst>
                <a:ext uri="{FF2B5EF4-FFF2-40B4-BE49-F238E27FC236}">
                  <a16:creationId xmlns:a16="http://schemas.microsoft.com/office/drawing/2014/main" id="{AE85540A-53BB-4023-9B8F-EBD8122FC74E}"/>
                </a:ext>
              </a:extLst>
            </p:cNvPr>
            <p:cNvSpPr txBox="1"/>
            <p:nvPr/>
          </p:nvSpPr>
          <p:spPr>
            <a:xfrm>
              <a:off x="2010302" y="4971842"/>
              <a:ext cx="1530548" cy="3543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>
              <a:spAutoFit/>
            </a:bodyPr>
            <a:lstStyle/>
            <a:p>
              <a:pPr>
                <a:lnSpc>
                  <a:spcPct val="140000"/>
                </a:lnSpc>
                <a:defRPr sz="1600">
                  <a:solidFill>
                    <a:srgbClr val="FFFFFF"/>
                  </a:solidFill>
                  <a:latin typeface="GT America Bold"/>
                  <a:ea typeface="GT America Bold"/>
                  <a:cs typeface="GT America Bold"/>
                  <a:sym typeface="GT America Bold"/>
                </a:defRPr>
              </a:pPr>
              <a:r>
                <a:rPr sz="1400" u="sng" dirty="0">
                  <a:solidFill>
                    <a:schemeClr val="bg1"/>
                  </a:solidFill>
                  <a:uFill>
                    <a:solidFill>
                      <a:srgbClr val="0F0F0F"/>
                    </a:solidFill>
                  </a:uFill>
                  <a:latin typeface="GT America Thin" panose="00000300000000000000" pitchFamily="50" charset="0"/>
                  <a:ea typeface="GT America Regular"/>
                  <a:cs typeface="GT America Regular"/>
                  <a:sym typeface="GT America Regular"/>
                  <a:hlinkClick r:id="rId9"/>
                </a:rPr>
                <a:t>xlab.cz</a:t>
              </a:r>
              <a:endParaRPr sz="1400" u="sng" dirty="0">
                <a:solidFill>
                  <a:schemeClr val="bg1"/>
                </a:solidFill>
                <a:uFill>
                  <a:solidFill>
                    <a:srgbClr val="0F0F0F"/>
                  </a:solidFill>
                </a:uFill>
                <a:latin typeface="GT America Thin" panose="00000300000000000000" pitchFamily="50" charset="0"/>
                <a:ea typeface="GT America Regular"/>
                <a:cs typeface="GT America Regular"/>
                <a:sym typeface="GT America Regular"/>
                <a:hlinkClick r:id="rId1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1210F12-7EC6-219C-3AD4-4EED6AB93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 bright="-100000"/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626881" y="5086350"/>
              <a:ext cx="216002" cy="2160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89F2F17-E82A-C87F-6471-2388DC6F0E03}"/>
              </a:ext>
            </a:extLst>
          </p:cNvPr>
          <p:cNvGrpSpPr/>
          <p:nvPr userDrawn="1"/>
        </p:nvGrpSpPr>
        <p:grpSpPr>
          <a:xfrm>
            <a:off x="1626881" y="5346185"/>
            <a:ext cx="2641804" cy="354324"/>
            <a:chOff x="1626881" y="5346185"/>
            <a:chExt cx="2641804" cy="354324"/>
          </a:xfrm>
        </p:grpSpPr>
        <p:sp>
          <p:nvSpPr>
            <p:cNvPr id="51" name="TextBox 4">
              <a:extLst>
                <a:ext uri="{FF2B5EF4-FFF2-40B4-BE49-F238E27FC236}">
                  <a16:creationId xmlns:a16="http://schemas.microsoft.com/office/drawing/2014/main" id="{95DCE251-3065-10B8-09A2-1838276A2F9B}"/>
                </a:ext>
              </a:extLst>
            </p:cNvPr>
            <p:cNvSpPr txBox="1"/>
            <p:nvPr/>
          </p:nvSpPr>
          <p:spPr>
            <a:xfrm>
              <a:off x="2010302" y="5346185"/>
              <a:ext cx="2258383" cy="3543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8" tIns="45718" rIns="45718" bIns="45718">
              <a:spAutoFit/>
            </a:bodyPr>
            <a:lstStyle/>
            <a:p>
              <a:pPr>
                <a:lnSpc>
                  <a:spcPct val="140000"/>
                </a:lnSpc>
                <a:defRPr sz="1600">
                  <a:solidFill>
                    <a:srgbClr val="FFFFFF"/>
                  </a:solidFill>
                  <a:latin typeface="GT America Bold"/>
                  <a:ea typeface="GT America Bold"/>
                  <a:cs typeface="GT America Bold"/>
                  <a:sym typeface="GT America Bold"/>
                </a:defRPr>
              </a:pPr>
              <a:r>
                <a:rPr sz="1400" u="sng" dirty="0">
                  <a:uFill>
                    <a:solidFill>
                      <a:srgbClr val="0F0F0F"/>
                    </a:solidFill>
                  </a:uFill>
                  <a:latin typeface="GT America Thin" panose="00000300000000000000" pitchFamily="50" charset="0"/>
                  <a:ea typeface="GT America Regular"/>
                  <a:cs typeface="GT America Regular"/>
                  <a:sym typeface="GT America Regular"/>
                  <a:hlinkClick r:id="rId12"/>
                </a:rPr>
                <a:t>xlab@xlab.cz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5E37611-1626-8056-93AA-DECBD0E81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lum bright="-100000"/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626881" y="5470430"/>
              <a:ext cx="216000" cy="155368"/>
            </a:xfrm>
            <a:prstGeom prst="rect">
              <a:avLst/>
            </a:prstGeom>
          </p:spPr>
        </p:pic>
      </p:grpSp>
      <p:sp>
        <p:nvSpPr>
          <p:cNvPr id="53" name="TextBox 4">
            <a:extLst>
              <a:ext uri="{FF2B5EF4-FFF2-40B4-BE49-F238E27FC236}">
                <a16:creationId xmlns:a16="http://schemas.microsoft.com/office/drawing/2014/main" id="{A305397A-316F-7C56-F4B2-D81D9699ACDA}"/>
              </a:ext>
            </a:extLst>
          </p:cNvPr>
          <p:cNvSpPr txBox="1"/>
          <p:nvPr userDrawn="1"/>
        </p:nvSpPr>
        <p:spPr>
          <a:xfrm>
            <a:off x="2010302" y="5694149"/>
            <a:ext cx="2258383" cy="365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FFFFFF"/>
                </a:solidFill>
                <a:latin typeface="GT America Bold"/>
                <a:ea typeface="GT America Bold"/>
                <a:cs typeface="GT America Bold"/>
                <a:sym typeface="GT America Bold"/>
              </a:defRPr>
            </a:pPr>
            <a:r>
              <a:rPr sz="1400" dirty="0">
                <a:solidFill>
                  <a:schemeClr val="tx1"/>
                </a:solidFill>
                <a:latin typeface="GT America Thin" panose="00000300000000000000" pitchFamily="50" charset="0"/>
                <a:ea typeface="GT America Light"/>
                <a:cs typeface="GT America Light"/>
                <a:sym typeface="GT America Light"/>
              </a:rPr>
              <a:t>+420 273 136 947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FF11433-3BB7-BDEA-A3DD-768D969306D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duotone>
              <a:prstClr val="black"/>
              <a:schemeClr val="tx2">
                <a:tint val="45000"/>
                <a:satMod val="400000"/>
              </a:schemeClr>
            </a:duotone>
            <a:lum bright="-100000"/>
          </a:blip>
          <a:stretch>
            <a:fillRect/>
          </a:stretch>
        </p:blipFill>
        <p:spPr>
          <a:xfrm>
            <a:off x="1662881" y="5793878"/>
            <a:ext cx="144000" cy="241117"/>
          </a:xfrm>
          <a:prstGeom prst="rect">
            <a:avLst/>
          </a:prstGeom>
        </p:spPr>
      </p:pic>
      <p:sp>
        <p:nvSpPr>
          <p:cNvPr id="55" name="TextBox 4">
            <a:hlinkClick r:id="rId5"/>
            <a:extLst>
              <a:ext uri="{FF2B5EF4-FFF2-40B4-BE49-F238E27FC236}">
                <a16:creationId xmlns:a16="http://schemas.microsoft.com/office/drawing/2014/main" id="{EBE8C6D6-B35B-2E13-404E-4D8C588C7DBD}"/>
              </a:ext>
            </a:extLst>
          </p:cNvPr>
          <p:cNvSpPr txBox="1"/>
          <p:nvPr userDrawn="1"/>
        </p:nvSpPr>
        <p:spPr>
          <a:xfrm>
            <a:off x="5417658" y="4992905"/>
            <a:ext cx="1530548" cy="365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FFFFFF"/>
                </a:solidFill>
                <a:latin typeface="GT America Bold"/>
                <a:ea typeface="GT America Bold"/>
                <a:cs typeface="GT America Bold"/>
                <a:sym typeface="GT America Bold"/>
              </a:defRPr>
            </a:pPr>
            <a:r>
              <a:rPr lang="sk-SK" sz="1400" dirty="0">
                <a:solidFill>
                  <a:schemeClr val="tx1"/>
                </a:solidFill>
                <a:uFill>
                  <a:solidFill>
                    <a:srgbClr val="0000FF"/>
                  </a:solidFill>
                </a:uFill>
                <a:latin typeface="GT America Thin" panose="00000300000000000000" pitchFamily="50" charset="0"/>
                <a:ea typeface="GT America Regular"/>
                <a:cs typeface="GT America Regular"/>
                <a:sym typeface="GT America Regular"/>
              </a:rPr>
              <a:t>facebook</a:t>
            </a:r>
            <a:endParaRPr sz="1400" dirty="0">
              <a:solidFill>
                <a:schemeClr val="tx1"/>
              </a:solidFill>
              <a:uFill>
                <a:solidFill>
                  <a:srgbClr val="0000FF"/>
                </a:solidFill>
              </a:uFill>
              <a:latin typeface="GT America Thin" panose="00000300000000000000" pitchFamily="50" charset="0"/>
              <a:ea typeface="GT America Regular"/>
              <a:cs typeface="GT America Regular"/>
              <a:sym typeface="GT America Regular"/>
              <a:hlinkClick r:id="rId10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6" name="TextBox 4">
            <a:hlinkClick r:id="rId7"/>
            <a:extLst>
              <a:ext uri="{FF2B5EF4-FFF2-40B4-BE49-F238E27FC236}">
                <a16:creationId xmlns:a16="http://schemas.microsoft.com/office/drawing/2014/main" id="{846E2CAC-4633-5CDB-5EB4-A64793D9521D}"/>
              </a:ext>
            </a:extLst>
          </p:cNvPr>
          <p:cNvSpPr txBox="1"/>
          <p:nvPr userDrawn="1"/>
        </p:nvSpPr>
        <p:spPr>
          <a:xfrm>
            <a:off x="5417658" y="5360898"/>
            <a:ext cx="2258383" cy="365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FFFFFF"/>
                </a:solidFill>
                <a:latin typeface="GT America Bold"/>
                <a:ea typeface="GT America Bold"/>
                <a:cs typeface="GT America Bold"/>
                <a:sym typeface="GT America Bold"/>
              </a:defRPr>
            </a:pPr>
            <a:r>
              <a:rPr lang="sk-SK" sz="1400" dirty="0">
                <a:solidFill>
                  <a:schemeClr val="tx1"/>
                </a:solidFill>
                <a:uFill>
                  <a:solidFill>
                    <a:srgbClr val="0000FF"/>
                  </a:solidFill>
                </a:uFill>
                <a:latin typeface="GT America Thin" panose="00000300000000000000" pitchFamily="50" charset="0"/>
                <a:ea typeface="GT America Regular"/>
                <a:cs typeface="GT America Regular"/>
                <a:sym typeface="GT America Regular"/>
              </a:rPr>
              <a:t>instagram</a:t>
            </a:r>
            <a:endParaRPr lang="en-US" sz="1400" dirty="0">
              <a:solidFill>
                <a:schemeClr val="tx1"/>
              </a:solidFill>
              <a:uFill>
                <a:solidFill>
                  <a:srgbClr val="0000FF"/>
                </a:solidFill>
              </a:uFill>
              <a:latin typeface="GT America Thin" panose="00000300000000000000" pitchFamily="50" charset="0"/>
              <a:ea typeface="GT America Regular"/>
              <a:cs typeface="GT America Regular"/>
              <a:sym typeface="GT America Regular"/>
              <a:hlinkClick r:id="rId10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7" name="TextBox 4">
            <a:hlinkClick r:id="rId3"/>
            <a:extLst>
              <a:ext uri="{FF2B5EF4-FFF2-40B4-BE49-F238E27FC236}">
                <a16:creationId xmlns:a16="http://schemas.microsoft.com/office/drawing/2014/main" id="{10A3EF84-3DEF-C91E-76DD-88FA75604DA9}"/>
              </a:ext>
            </a:extLst>
          </p:cNvPr>
          <p:cNvSpPr txBox="1"/>
          <p:nvPr userDrawn="1"/>
        </p:nvSpPr>
        <p:spPr>
          <a:xfrm>
            <a:off x="5417658" y="5715179"/>
            <a:ext cx="2258383" cy="365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FFFFFF"/>
                </a:solidFill>
                <a:latin typeface="GT America Bold"/>
                <a:ea typeface="GT America Bold"/>
                <a:cs typeface="GT America Bold"/>
                <a:sym typeface="GT America Bold"/>
              </a:defRPr>
            </a:pPr>
            <a:r>
              <a:rPr lang="sk-SK" sz="1400" dirty="0">
                <a:solidFill>
                  <a:schemeClr val="tx1"/>
                </a:solidFill>
                <a:uFill>
                  <a:solidFill>
                    <a:srgbClr val="0000FF"/>
                  </a:solidFill>
                </a:uFill>
                <a:latin typeface="GT America Thin" panose="00000300000000000000" pitchFamily="50" charset="0"/>
                <a:ea typeface="GT America Regular"/>
                <a:cs typeface="GT America Regular"/>
                <a:sym typeface="GT America Regular"/>
              </a:rPr>
              <a:t>youtube</a:t>
            </a:r>
            <a:endParaRPr lang="en-US" sz="1400" dirty="0">
              <a:solidFill>
                <a:schemeClr val="tx1"/>
              </a:solidFill>
              <a:uFill>
                <a:solidFill>
                  <a:srgbClr val="0000FF"/>
                </a:solidFill>
              </a:uFill>
              <a:latin typeface="GT America Thin" panose="00000300000000000000" pitchFamily="50" charset="0"/>
              <a:ea typeface="GT America Regular"/>
              <a:cs typeface="GT America Regular"/>
              <a:sym typeface="GT America Regular"/>
              <a:hlinkClick r:id="rId10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8" name="Picture 57" descr="A black and white logo&#10;&#10;Description automatically generated">
            <a:extLst>
              <a:ext uri="{FF2B5EF4-FFF2-40B4-BE49-F238E27FC236}">
                <a16:creationId xmlns:a16="http://schemas.microsoft.com/office/drawing/2014/main" id="{46731746-EC84-048D-9F97-2D49F4A18C1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lum bright="-10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051" y="3811612"/>
            <a:ext cx="2765778" cy="491342"/>
          </a:xfrm>
          <a:prstGeom prst="rect">
            <a:avLst/>
          </a:prstGeom>
        </p:spPr>
      </p:pic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0709242E-54AD-EE51-6158-C7A4472715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98270" y="2768381"/>
            <a:ext cx="3989730" cy="7621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="0" i="0">
                <a:solidFill>
                  <a:schemeClr val="tx1"/>
                </a:solidFill>
                <a:latin typeface="Helvetica Light" panose="020B0403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3479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856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50" r:id="rId3"/>
    <p:sldLayoutId id="2147483678" r:id="rId4"/>
    <p:sldLayoutId id="2147483674" r:id="rId5"/>
    <p:sldLayoutId id="2147483680" r:id="rId6"/>
    <p:sldLayoutId id="2147483681" r:id="rId7"/>
    <p:sldLayoutId id="2147483683" r:id="rId8"/>
    <p:sldLayoutId id="2147483682" r:id="rId9"/>
    <p:sldLayoutId id="2147483675" r:id="rId10"/>
    <p:sldLayoutId id="2147483677" r:id="rId11"/>
    <p:sldLayoutId id="2147483659" r:id="rId12"/>
    <p:sldLayoutId id="2147483684" r:id="rId13"/>
    <p:sldLayoutId id="2147483685" r:id="rId14"/>
    <p:sldLayoutId id="2147483660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i="0" kern="1200" smtClean="0">
          <a:solidFill>
            <a:schemeClr val="bg1"/>
          </a:solidFill>
          <a:latin typeface="Helvetica Light" panose="020B0403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64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i="0" kern="1200" smtClean="0">
          <a:solidFill>
            <a:schemeClr val="bg1"/>
          </a:solidFill>
          <a:latin typeface="Helvetica Light" panose="020B0403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XLAB_black">
      <a:dk1>
        <a:srgbClr val="000000"/>
      </a:dk1>
      <a:lt1>
        <a:srgbClr val="FFFFFF"/>
      </a:lt1>
      <a:dk2>
        <a:srgbClr val="0E2841"/>
      </a:dk2>
      <a:lt2>
        <a:srgbClr val="FFFFFF"/>
      </a:lt2>
      <a:accent1>
        <a:srgbClr val="EBEBEB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EDE32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XLAB_PPT_black" id="{CB3ADB4A-D421-AE48-9433-3FB1F109D6D8}" vid="{012A6663-9A5F-F54C-B35B-16FEB7EBD40F}"/>
    </a:ext>
  </a:extLst>
</a:theme>
</file>

<file path=ppt/theme/theme2.xml><?xml version="1.0" encoding="utf-8"?>
<a:theme xmlns:a="http://schemas.openxmlformats.org/drawingml/2006/main" name="1_Office Theme">
  <a:themeElements>
    <a:clrScheme name="XLAB_black">
      <a:dk1>
        <a:srgbClr val="000000"/>
      </a:dk1>
      <a:lt1>
        <a:srgbClr val="FFFFFF"/>
      </a:lt1>
      <a:dk2>
        <a:srgbClr val="0E2841"/>
      </a:dk2>
      <a:lt2>
        <a:srgbClr val="FFFFFF"/>
      </a:lt2>
      <a:accent1>
        <a:srgbClr val="EBEBEB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EDE32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XLAB_PPT_black" id="{CB3ADB4A-D421-AE48-9433-3FB1F109D6D8}" vid="{59D93948-A724-FB4F-A924-85AFB84DA29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Aptos</vt:lpstr>
      <vt:lpstr>Arial</vt:lpstr>
      <vt:lpstr>Courier New</vt:lpstr>
      <vt:lpstr>GT America Thin</vt:lpstr>
      <vt:lpstr>Helvetica</vt:lpstr>
      <vt:lpstr>Helvetica Light</vt:lpstr>
      <vt:lpstr>Wingdings</vt:lpstr>
      <vt:lpstr>Office Theme</vt:lpstr>
      <vt:lpstr>1_Office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Jindrich Trapl</dc:creator>
  <cp:lastModifiedBy>Jindrich Trapl</cp:lastModifiedBy>
  <cp:revision>1</cp:revision>
  <dcterms:created xsi:type="dcterms:W3CDTF">2026-02-16T22:06:43Z</dcterms:created>
  <dcterms:modified xsi:type="dcterms:W3CDTF">2026-02-16T22:08:28Z</dcterms:modified>
</cp:coreProperties>
</file>